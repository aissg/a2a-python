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observations about how RiskLab users work today. The checkout design on the next slide is built to fit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1: the user finds a dataset or slice in the MEG Marketplace portal and clicks Checkout to RiskLab. Step 2: the portal sends the checkout to the MEG Marketplace Backend, which saves it against the user. Step 3: the backend exposes the user's checked-out datasets as an MCP server. Step 4: the MEG Studio extension in RiskLab VSCode connects to that MCP server so the datasets can be used directly in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RiskLab user experience requirements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RiskLab users work today, and what the dataset checkout design has to fit around.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522976" cy="2194560"/>
          </a:xfrm>
          <a:prstGeom prst="roundRect">
            <a:avLst>
              <a:gd name="adj" fmla="val 3333"/>
            </a:avLst>
          </a:prstGeom>
          <a:solidFill>
            <a:srgbClr val="F0F0F0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65776" y="18288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workspace for everything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83464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usually have only one VSCode workspace, used both for exploring multiple datasets and for building their applications.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08776" y="1508760"/>
            <a:ext cx="5522976" cy="2194560"/>
          </a:xfrm>
          <a:prstGeom prst="roundRect">
            <a:avLst>
              <a:gd name="adj" fmla="val 3333"/>
            </a:avLst>
          </a:prstGeom>
          <a:solidFill>
            <a:srgbClr val="F0F0F0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828800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817352" y="18288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28816" y="242316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Studio extension already in place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28816" y="283464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RiskLab VSCode already has a MEG Studio extension that provides exploration of Dev MEG datasets.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977640"/>
            <a:ext cx="5522976" cy="2194560"/>
          </a:xfrm>
          <a:prstGeom prst="roundRect">
            <a:avLst>
              <a:gd name="adj" fmla="val 3333"/>
            </a:avLst>
          </a:prstGeom>
          <a:solidFill>
            <a:srgbClr val="F0F0F0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065776" y="42976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89204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and join across datasets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530352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want to query multiple datasets and join them together.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08776" y="3977640"/>
            <a:ext cx="5522976" cy="2194560"/>
          </a:xfrm>
          <a:prstGeom prst="roundRect">
            <a:avLst>
              <a:gd name="adj" fmla="val 3333"/>
            </a:avLst>
          </a:prstGeom>
          <a:solidFill>
            <a:srgbClr val="F0F0F0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297680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817352" y="429768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528816" y="4892040"/>
            <a:ext cx="4882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Slow, manual workspace launch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528816" y="530352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a RiskLab VSCode workspace is a manual process led by human instructions, and takes 2 to 5 minutes.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465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Marketplace  |  User experience requirements</a:t>
            </a:r>
            <a:endParaRPr lang="en-US" sz="800" dirty="0"/>
          </a:p>
        </p:txBody>
      </p:sp>
      <p:sp>
        <p:nvSpPr>
          <p:cNvPr id="26" name="Text 20"/>
          <p:cNvSpPr txBox="1"/>
          <p:nvPr/>
        </p:nvSpPr>
        <p:spPr>
          <a:xfrm>
            <a:off x="11274552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Marketplace: dataset checkout to RiskLab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2412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checked out in the web portal are saved by the backend and exposed to RiskLab VSCode as an MCP server.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9377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4937760" cy="292608"/>
          </a:xfrm>
          <a:prstGeom prst="rect">
            <a:avLst/>
          </a:prstGeom>
          <a:solidFill>
            <a:srgbClr val="F0F0F0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559052"/>
            <a:ext cx="100584" cy="10058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559052"/>
            <a:ext cx="100584" cy="10058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559052"/>
            <a:ext cx="100584" cy="100584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517904"/>
            <a:ext cx="2926080" cy="182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15179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meg-marketplace / datasets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Marketplace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17520" y="1847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Datasets    Slices    My checkouts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212848"/>
            <a:ext cx="45720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90572"/>
            <a:ext cx="155448" cy="15544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87552" y="2212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datasets / dataset slices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2651760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743200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051560" y="26883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Spot Rates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1051560" y="2843784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 |  daily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703320" y="2715768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703320" y="2715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to RiskLab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40080" y="3072384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163824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051560" y="31089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Spreads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051560" y="3264408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 |  end of day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3703320" y="3136392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703320" y="31363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to RiskLab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3493008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584448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51560" y="35295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Prices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1051560" y="3685032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 |  intraday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3703320" y="3557016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3703320" y="35570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to RiskLab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40080" y="3913632"/>
            <a:ext cx="4572000" cy="36576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 w="9525">
            <a:solidFill>
              <a:srgbClr val="D9D9D9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005072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51560" y="39502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Counterparty Exposures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1051560" y="4105656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data  |  daily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3703320" y="3977640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3703320" y="39776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to RiskLab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5120640" y="2834640"/>
            <a:ext cx="466344" cy="0"/>
          </a:xfrm>
          <a:prstGeom prst="line">
            <a:avLst/>
          </a:prstGeom>
          <a:noFill/>
          <a:ln w="19050">
            <a:solidFill>
              <a:srgbClr val="E60000"/>
            </a:solidFill>
            <a:prstDash val="solid"/>
            <a:headEnd type="triangle"/>
          </a:ln>
        </p:spPr>
      </p:sp>
      <p:sp>
        <p:nvSpPr>
          <p:cNvPr id="42" name="Shape 35"/>
          <p:cNvSpPr/>
          <p:nvPr/>
        </p:nvSpPr>
        <p:spPr>
          <a:xfrm>
            <a:off x="5586984" y="2706624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5586984" y="270662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5522976" y="3017520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a dataset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1737360" y="4434840"/>
            <a:ext cx="0" cy="68580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46" name="Shape 39"/>
          <p:cNvSpPr/>
          <p:nvPr/>
        </p:nvSpPr>
        <p:spPr>
          <a:xfrm>
            <a:off x="1920240" y="464515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1920240" y="464515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2743200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 checked-out datasets</a:t>
            </a:r>
            <a:endParaRPr lang="en-US" sz="1100" dirty="0"/>
          </a:p>
        </p:txBody>
      </p:sp>
      <p:sp>
        <p:nvSpPr>
          <p:cNvPr id="49" name="Shape 42"/>
          <p:cNvSpPr/>
          <p:nvPr/>
        </p:nvSpPr>
        <p:spPr>
          <a:xfrm>
            <a:off x="457200" y="51206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0F0F0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413248"/>
            <a:ext cx="420624" cy="420624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1371600" y="5321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Marketplace Backend</a:t>
            </a:r>
            <a:endParaRPr lang="en-US" sz="1400" dirty="0"/>
          </a:p>
        </p:txBody>
      </p:sp>
      <p:sp>
        <p:nvSpPr>
          <p:cNvPr id="52" name="Text 44"/>
          <p:cNvSpPr txBox="1"/>
          <p:nvPr/>
        </p:nvSpPr>
        <p:spPr>
          <a:xfrm>
            <a:off x="1371600" y="5605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each user's checked-out datasets</a:t>
            </a:r>
            <a:endParaRPr lang="en-US" sz="1100" dirty="0"/>
          </a:p>
        </p:txBody>
      </p:sp>
      <p:sp>
        <p:nvSpPr>
          <p:cNvPr id="53" name="Shape 45"/>
          <p:cNvSpPr/>
          <p:nvPr/>
        </p:nvSpPr>
        <p:spPr>
          <a:xfrm>
            <a:off x="5394960" y="5623560"/>
            <a:ext cx="1097280" cy="0"/>
          </a:xfrm>
          <a:prstGeom prst="line">
            <a:avLst/>
          </a:prstGeom>
          <a:noFill/>
          <a:ln w="22225">
            <a:solidFill>
              <a:srgbClr val="595959"/>
            </a:solidFill>
            <a:prstDash val="solid"/>
            <a:tailEnd type="triangle"/>
          </a:ln>
        </p:spPr>
      </p:sp>
      <p:sp>
        <p:nvSpPr>
          <p:cNvPr id="54" name="Shape 46"/>
          <p:cNvSpPr/>
          <p:nvPr/>
        </p:nvSpPr>
        <p:spPr>
          <a:xfrm>
            <a:off x="5586984" y="468172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55" name="Text 47"/>
          <p:cNvSpPr txBox="1"/>
          <p:nvPr/>
        </p:nvSpPr>
        <p:spPr>
          <a:xfrm>
            <a:off x="5586984" y="468172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5449824" y="4992624"/>
            <a:ext cx="987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 checked-out datasets as MCP server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6492240" y="1463040"/>
            <a:ext cx="5239512" cy="4663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6492240" y="1463040"/>
            <a:ext cx="5239512" cy="292608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59" name="Shape 51"/>
          <p:cNvSpPr/>
          <p:nvPr/>
        </p:nvSpPr>
        <p:spPr>
          <a:xfrm>
            <a:off x="6537960" y="155905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6684264" y="155905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6830568" y="155905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6492240" y="1463040"/>
            <a:ext cx="5239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RiskLab VSCode</a:t>
            </a:r>
            <a:endParaRPr lang="en-US" sz="1000" dirty="0"/>
          </a:p>
        </p:txBody>
      </p:sp>
      <p:sp>
        <p:nvSpPr>
          <p:cNvPr id="63" name="Shape 55"/>
          <p:cNvSpPr/>
          <p:nvPr/>
        </p:nvSpPr>
        <p:spPr>
          <a:xfrm>
            <a:off x="6492240" y="1755648"/>
            <a:ext cx="438912" cy="414223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2824" y="1883664"/>
            <a:ext cx="237744" cy="237744"/>
          </a:xfrm>
          <a:prstGeom prst="rect">
            <a:avLst/>
          </a:prstGeom>
        </p:spPr>
      </p:pic>
      <p:pic>
        <p:nvPicPr>
          <p:cNvPr id="6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4" y="2286000"/>
            <a:ext cx="237744" cy="237744"/>
          </a:xfrm>
          <a:prstGeom prst="rect">
            <a:avLst/>
          </a:prstGeom>
        </p:spPr>
      </p:pic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2824" y="2688336"/>
            <a:ext cx="237744" cy="237744"/>
          </a:xfrm>
          <a:prstGeom prst="rect">
            <a:avLst/>
          </a:prstGeom>
        </p:spPr>
      </p:pic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2824" y="3090672"/>
            <a:ext cx="237744" cy="237744"/>
          </a:xfrm>
          <a:prstGeom prst="rect">
            <a:avLst/>
          </a:prstGeom>
        </p:spPr>
      </p:pic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2824" y="3493008"/>
            <a:ext cx="237744" cy="237744"/>
          </a:xfrm>
          <a:prstGeom prst="rect">
            <a:avLst/>
          </a:prstGeom>
        </p:spPr>
      </p:pic>
      <p:sp>
        <p:nvSpPr>
          <p:cNvPr id="69" name="Shape 56"/>
          <p:cNvSpPr/>
          <p:nvPr/>
        </p:nvSpPr>
        <p:spPr>
          <a:xfrm>
            <a:off x="6931152" y="1755648"/>
            <a:ext cx="2103120" cy="4142232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</p:sp>
      <p:sp>
        <p:nvSpPr>
          <p:cNvPr id="70" name="Text 57"/>
          <p:cNvSpPr txBox="1"/>
          <p:nvPr/>
        </p:nvSpPr>
        <p:spPr>
          <a:xfrm>
            <a:off x="7059168" y="18470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STUDIO EXTENSION</a:t>
            </a:r>
            <a:endParaRPr lang="en-US" sz="750" dirty="0"/>
          </a:p>
        </p:txBody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0880" y="2167128"/>
            <a:ext cx="128016" cy="128016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7205472" y="21305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CHECKED-OUT DATASETS</a:t>
            </a:r>
            <a:endParaRPr lang="en-US" sz="750" dirty="0"/>
          </a:p>
        </p:txBody>
      </p:sp>
      <p:sp>
        <p:nvSpPr>
          <p:cNvPr id="73" name="Shape 59"/>
          <p:cNvSpPr/>
          <p:nvPr/>
        </p:nvSpPr>
        <p:spPr>
          <a:xfrm>
            <a:off x="6931152" y="2414016"/>
            <a:ext cx="2103120" cy="292608"/>
          </a:xfrm>
          <a:prstGeom prst="rect">
            <a:avLst/>
          </a:prstGeom>
          <a:solidFill>
            <a:srgbClr val="37373D"/>
          </a:solidFill>
          <a:ln w="12700">
            <a:solidFill>
              <a:srgbClr val="37373D"/>
            </a:solidFill>
            <a:prstDash val="solid"/>
          </a:ln>
        </p:spPr>
      </p:sp>
      <p:pic>
        <p:nvPicPr>
          <p:cNvPr id="7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05472" y="2487168"/>
            <a:ext cx="146304" cy="146304"/>
          </a:xfrm>
          <a:prstGeom prst="rect">
            <a:avLst/>
          </a:prstGeom>
        </p:spPr>
      </p:pic>
      <p:sp>
        <p:nvSpPr>
          <p:cNvPr id="75" name="Text 60"/>
          <p:cNvSpPr txBox="1"/>
          <p:nvPr/>
        </p:nvSpPr>
        <p:spPr>
          <a:xfrm>
            <a:off x="7434072" y="24140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FX Spot Rates</a:t>
            </a:r>
            <a:endParaRPr lang="en-US" sz="950" dirty="0"/>
          </a:p>
        </p:txBody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05472" y="2816352"/>
            <a:ext cx="146304" cy="146304"/>
          </a:xfrm>
          <a:prstGeom prst="rect">
            <a:avLst/>
          </a:prstGeom>
        </p:spPr>
      </p:pic>
      <p:sp>
        <p:nvSpPr>
          <p:cNvPr id="77" name="Text 61"/>
          <p:cNvSpPr txBox="1"/>
          <p:nvPr/>
        </p:nvSpPr>
        <p:spPr>
          <a:xfrm>
            <a:off x="7434072" y="27432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Spreads</a:t>
            </a:r>
            <a:endParaRPr lang="en-US" sz="950" dirty="0"/>
          </a:p>
        </p:txBody>
      </p:sp>
      <p:pic>
        <p:nvPicPr>
          <p:cNvPr id="7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5472" y="3145536"/>
            <a:ext cx="146304" cy="146304"/>
          </a:xfrm>
          <a:prstGeom prst="rect">
            <a:avLst/>
          </a:prstGeom>
        </p:spPr>
      </p:pic>
      <p:sp>
        <p:nvSpPr>
          <p:cNvPr id="79" name="Text 62"/>
          <p:cNvSpPr txBox="1"/>
          <p:nvPr/>
        </p:nvSpPr>
        <p:spPr>
          <a:xfrm>
            <a:off x="7434072" y="307238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Prices</a:t>
            </a:r>
            <a:endParaRPr lang="en-US" sz="950" dirty="0"/>
          </a:p>
        </p:txBody>
      </p:sp>
      <p:sp>
        <p:nvSpPr>
          <p:cNvPr id="80" name="Shape 63"/>
          <p:cNvSpPr/>
          <p:nvPr/>
        </p:nvSpPr>
        <p:spPr>
          <a:xfrm>
            <a:off x="9034272" y="1755648"/>
            <a:ext cx="2697480" cy="274320"/>
          </a:xfrm>
          <a:prstGeom prst="rect">
            <a:avLst/>
          </a:prstGeom>
          <a:solidFill>
            <a:srgbClr val="252526"/>
          </a:solidFill>
          <a:ln w="12700">
            <a:solidFill>
              <a:srgbClr val="252526"/>
            </a:solidFill>
            <a:prstDash val="solid"/>
          </a:ln>
        </p:spPr>
      </p:sp>
      <p:sp>
        <p:nvSpPr>
          <p:cNvPr id="81" name="Shape 64"/>
          <p:cNvSpPr/>
          <p:nvPr/>
        </p:nvSpPr>
        <p:spPr>
          <a:xfrm>
            <a:off x="9034272" y="1755648"/>
            <a:ext cx="1188720" cy="2743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2" name="Text 65"/>
          <p:cNvSpPr txBox="1"/>
          <p:nvPr/>
        </p:nvSpPr>
        <p:spPr>
          <a:xfrm>
            <a:off x="9171432" y="17556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analysis.py</a:t>
            </a:r>
            <a:endParaRPr lang="en-US" sz="900" dirty="0"/>
          </a:p>
        </p:txBody>
      </p:sp>
      <p:sp>
        <p:nvSpPr>
          <p:cNvPr id="83" name="Shape 66"/>
          <p:cNvSpPr/>
          <p:nvPr/>
        </p:nvSpPr>
        <p:spPr>
          <a:xfrm>
            <a:off x="8805672" y="2560320"/>
            <a:ext cx="393192" cy="0"/>
          </a:xfrm>
          <a:prstGeom prst="line">
            <a:avLst/>
          </a:prstGeom>
          <a:noFill/>
          <a:ln w="19050">
            <a:solidFill>
              <a:srgbClr val="E60000"/>
            </a:solidFill>
            <a:prstDash val="solid"/>
            <a:headEnd type="triangle"/>
          </a:ln>
        </p:spPr>
      </p:sp>
      <p:sp>
        <p:nvSpPr>
          <p:cNvPr id="84" name="Shape 67"/>
          <p:cNvSpPr/>
          <p:nvPr/>
        </p:nvSpPr>
        <p:spPr>
          <a:xfrm>
            <a:off x="9198864" y="2322576"/>
            <a:ext cx="2368296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E60000"/>
            </a:solidFill>
            <a:prstDash val="solid"/>
          </a:ln>
        </p:spPr>
      </p:sp>
      <p:sp>
        <p:nvSpPr>
          <p:cNvPr id="85" name="Shape 68"/>
          <p:cNvSpPr/>
          <p:nvPr/>
        </p:nvSpPr>
        <p:spPr>
          <a:xfrm>
            <a:off x="9308592" y="2404872"/>
            <a:ext cx="713232" cy="237744"/>
          </a:xfrm>
          <a:prstGeom prst="roundRect">
            <a:avLst>
              <a:gd name="adj" fmla="val 50000"/>
            </a:avLst>
          </a:prstGeom>
          <a:solidFill>
            <a:srgbClr val="E60000"/>
          </a:solidFill>
          <a:ln w="12700">
            <a:solidFill>
              <a:srgbClr val="E60000"/>
            </a:solidFill>
            <a:prstDash val="solid"/>
          </a:ln>
        </p:spPr>
      </p:sp>
      <p:sp>
        <p:nvSpPr>
          <p:cNvPr id="86" name="Text 69"/>
          <p:cNvSpPr txBox="1"/>
          <p:nvPr/>
        </p:nvSpPr>
        <p:spPr>
          <a:xfrm>
            <a:off x="9308592" y="24048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87" name="Text 70"/>
          <p:cNvSpPr txBox="1"/>
          <p:nvPr/>
        </p:nvSpPr>
        <p:spPr>
          <a:xfrm>
            <a:off x="9308592" y="26791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 checked-out datasets</a:t>
            </a:r>
            <a:endParaRPr lang="en-US" sz="1000" dirty="0"/>
          </a:p>
        </p:txBody>
      </p:sp>
      <p:sp>
        <p:nvSpPr>
          <p:cNvPr id="88" name="Text 71"/>
          <p:cNvSpPr txBox="1"/>
          <p:nvPr/>
        </p:nvSpPr>
        <p:spPr>
          <a:xfrm>
            <a:off x="9125712" y="3282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89" name="Text 72"/>
          <p:cNvSpPr txBox="1"/>
          <p:nvPr/>
        </p:nvSpPr>
        <p:spPr>
          <a:xfrm>
            <a:off x="9418320" y="32826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meg_marketplace </a:t>
            </a:r>
            <a:pPr indent="0" marL="0">
              <a:buNone/>
            </a:pPr>
            <a:r>
              <a:rPr lang="en-US" sz="9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meg</a:t>
            </a:r>
            <a:endParaRPr lang="en-US" sz="900" dirty="0"/>
          </a:p>
        </p:txBody>
      </p:sp>
      <p:sp>
        <p:nvSpPr>
          <p:cNvPr id="90" name="Text 73"/>
          <p:cNvSpPr txBox="1"/>
          <p:nvPr/>
        </p:nvSpPr>
        <p:spPr>
          <a:xfrm>
            <a:off x="9125712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  <p:sp>
        <p:nvSpPr>
          <p:cNvPr id="91" name="Text 74"/>
          <p:cNvSpPr txBox="1"/>
          <p:nvPr/>
        </p:nvSpPr>
        <p:spPr>
          <a:xfrm>
            <a:off x="9418320" y="34930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</p:txBody>
      </p:sp>
      <p:sp>
        <p:nvSpPr>
          <p:cNvPr id="92" name="Text 75"/>
          <p:cNvSpPr txBox="1"/>
          <p:nvPr/>
        </p:nvSpPr>
        <p:spPr>
          <a:xfrm>
            <a:off x="9125712" y="3703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93" name="Text 76"/>
          <p:cNvSpPr txBox="1"/>
          <p:nvPr/>
        </p:nvSpPr>
        <p:spPr>
          <a:xfrm>
            <a:off x="9418320" y="37033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fx </a:t>
            </a:r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meg.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"fx_spot_rates"</a:t>
            </a:r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94" name="Text 77"/>
          <p:cNvSpPr txBox="1"/>
          <p:nvPr/>
        </p:nvSpPr>
        <p:spPr>
          <a:xfrm>
            <a:off x="9125712" y="39136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  <p:sp>
        <p:nvSpPr>
          <p:cNvPr id="95" name="Text 78"/>
          <p:cNvSpPr txBox="1"/>
          <p:nvPr/>
        </p:nvSpPr>
        <p:spPr>
          <a:xfrm>
            <a:off x="9418320" y="39136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 </a:t>
            </a:r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meg.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"credit_spreads"</a:t>
            </a:r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96" name="Text 79"/>
          <p:cNvSpPr txBox="1"/>
          <p:nvPr/>
        </p:nvSpPr>
        <p:spPr>
          <a:xfrm>
            <a:off x="9125712" y="41239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8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  <p:sp>
        <p:nvSpPr>
          <p:cNvPr id="97" name="Text 80"/>
          <p:cNvSpPr txBox="1"/>
          <p:nvPr/>
        </p:nvSpPr>
        <p:spPr>
          <a:xfrm>
            <a:off x="9418320" y="412394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fx.</a:t>
            </a:r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00" dirty="0"/>
          </a:p>
        </p:txBody>
      </p:sp>
      <p:sp>
        <p:nvSpPr>
          <p:cNvPr id="98" name="Shape 81"/>
          <p:cNvSpPr/>
          <p:nvPr/>
        </p:nvSpPr>
        <p:spPr>
          <a:xfrm>
            <a:off x="9034272" y="4983480"/>
            <a:ext cx="269748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99" name="Text 82"/>
          <p:cNvSpPr txBox="1"/>
          <p:nvPr/>
        </p:nvSpPr>
        <p:spPr>
          <a:xfrm>
            <a:off x="9198864" y="50749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    OUTPUT     TERMINAL</a:t>
            </a:r>
            <a:endParaRPr lang="en-US" sz="750" dirty="0"/>
          </a:p>
        </p:txBody>
      </p:sp>
      <p:sp>
        <p:nvSpPr>
          <p:cNvPr id="100" name="Text 83"/>
          <p:cNvSpPr txBox="1"/>
          <p:nvPr/>
        </p:nvSpPr>
        <p:spPr>
          <a:xfrm>
            <a:off x="9198864" y="536752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[MEG] MCP: 3 datasets available</a:t>
            </a:r>
            <a:endParaRPr lang="en-US" sz="850" dirty="0"/>
          </a:p>
        </p:txBody>
      </p:sp>
      <p:sp>
        <p:nvSpPr>
          <p:cNvPr id="101" name="Shape 84"/>
          <p:cNvSpPr/>
          <p:nvPr/>
        </p:nvSpPr>
        <p:spPr>
          <a:xfrm>
            <a:off x="6492240" y="5897880"/>
            <a:ext cx="5239512" cy="22860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102" name="Text 85"/>
          <p:cNvSpPr txBox="1"/>
          <p:nvPr/>
        </p:nvSpPr>
        <p:spPr>
          <a:xfrm>
            <a:off x="6629400" y="5897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RiskLab</a:t>
            </a:r>
            <a:endParaRPr lang="en-US" sz="850" dirty="0"/>
          </a:p>
        </p:txBody>
      </p:sp>
      <p:sp>
        <p:nvSpPr>
          <p:cNvPr id="103" name="Text 86"/>
          <p:cNvSpPr txBox="1"/>
          <p:nvPr/>
        </p:nvSpPr>
        <p:spPr>
          <a:xfrm>
            <a:off x="9308592" y="5897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Studio: 3 datasets</a:t>
            </a:r>
            <a:endParaRPr lang="en-US" sz="850" dirty="0"/>
          </a:p>
        </p:txBody>
      </p:sp>
      <p:sp>
        <p:nvSpPr>
          <p:cNvPr id="104" name="Text 87"/>
          <p:cNvSpPr txBox="1"/>
          <p:nvPr/>
        </p:nvSpPr>
        <p:spPr>
          <a:xfrm>
            <a:off x="457200" y="6446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 Marketplace  |  System design</a:t>
            </a:r>
            <a:endParaRPr lang="en-US" sz="800" dirty="0"/>
          </a:p>
        </p:txBody>
      </p:sp>
      <p:sp>
        <p:nvSpPr>
          <p:cNvPr id="105" name="Text 88"/>
          <p:cNvSpPr txBox="1"/>
          <p:nvPr/>
        </p:nvSpPr>
        <p:spPr>
          <a:xfrm>
            <a:off x="11274552" y="64465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 Marketplace: checkout to RiskLab</dc:title>
  <dc:subject>PptxGenJS Presentation</dc:subject>
  <dc:creator>PptxGenJS</dc:creator>
  <cp:lastModifiedBy>PptxGenJS</cp:lastModifiedBy>
  <cp:revision>1</cp:revision>
  <dcterms:created xsi:type="dcterms:W3CDTF">2026-09-11T13:50:49Z</dcterms:created>
  <dcterms:modified xsi:type="dcterms:W3CDTF">2026-09-11T13:50:49Z</dcterms:modified>
</cp:coreProperties>
</file>